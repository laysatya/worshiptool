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កាល​ដើម​ដំបូង​ឡើយ ព្រះ​បាន​បង្កើត​ផ្ទៃ​មេឃ និង​ផែនដី 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2 ឯ​ផែនដី​បាន​ខូច ហើយ​នៅ​ទទេ មាន​សុទ្ធ​តែ​ងងឹត​នៅ​គ្រប​លើ​ជម្រៅ​ទឹក ហើយ​ព្រះ‌វិញ្ញាណ​នៃ​ព្រះ​ក៏​រេរា​នៅ​ពី​លើ​ទឹក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3 នោះ​ព្រះ‌ទ្រង់​មាន​ព្រះ‌បន្ទូល​ថា ចូរ​ឲ្យ​មាន​ពន្លឺ​ឡើង ដូច្នេះ ពន្លឺ​ក៏​មាន​ឡើង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4 ព្រះ‌ទ្រង់​ឃើញ​ពន្លឺ​នោះ​ក៏​យល់​ថា​ជា​ល្អ​ហើយ រួច​ទ្រង់​ញែក​ពន្លឺ​ពី​ងងឹត​ចេញ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5 ទ្រង់​ហៅ​ពន្លឺ​ថា​ជា​ថ្ងៃ ហើយ​ហៅ​ងងឹត​ថា​ជា​យប់ នោះ​ក៏​មាន​ល្ងាច​មាន​ព្រឹក​ឡើង ជា​ថ្ងៃ​ទី​១។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6 បន្ទាប់​មក ព្រះ‌ទ្រង់​មាន​ព្រះ‌បន្ទូល​ថា ចូរ​ឲ្យ​មាន​ប្រឡោះ​នៅ​កណ្តាល​ទឹក ដើម្បី​ញែក​ទឹក​ចេញ​ពី​គ្នា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7 ទ្រង់​ក៏​ធ្វើ​ប្រឡោះ​នោះ ទាំង​ញែក​ទឹក​ដែល​នៅ​ក្រោម​ប្រឡោះ​ចេញ​ពី​ទឹក​ដែល​នៅ​លើ​ប្រឡោះ ក៏​មាន​ដូច្នោះ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8 រួច​ព្រះ‌ទ្រង់​ហៅ​ប្រឡោះ​នោះ​ថា​ជា​មេឃ នោះ​ក៏​មាន​ល្ងាច​មាន​ព្រឹក​ឡើង ជា​ថ្ងៃ​ទី​២។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9 បន្ទាប់​មក ព្រះ‌ទ្រង់​មាន​ព្រះ‌បន្ទូល​ថា ចូរ​ឲ្យ​ទឹក​នៅ​ក្រោម​មេឃ​ប្រមូល​គ្នា​នៅ​កន្លែង​តែ​១ ហើយ​ឲ្យ​មាន​ទី​គោក​ដុះ​លេច​ឡើង នោះ​ក៏​មាន​ដូច្នោះ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Arial"/>
              </a:rPr>
              <a:t>10 ទ្រង់​ហៅ​ទី​គោក​នោះ​ថា​ជា​ដី ហើយ​ទី​ទឹក​ដែល​ប្រមូល​គ្នា​នោះ​ថា​ជា​សមុទ្រ នោះ​ទ្រង់​ក៏​ឃើញ​ថា​ល្អ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