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24931929-e6aa-4e91-a0bb-8e95fe2760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9" y="1977452"/>
            <a:ext cx="11701393" cy="2903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a3a32b0b-5197-4fbd-9774-1a7e23eb4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9" y="1724115"/>
            <a:ext cx="11701393" cy="34097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e775282a-004e-46b9-b369-5fa4c55fd5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9" y="2432772"/>
            <a:ext cx="11701393" cy="1992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