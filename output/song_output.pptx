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8c22c620-3eda-4740-abc6-d3a214f184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1977452"/>
            <a:ext cx="11701393" cy="2903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fb038079-1f6a-41d6-a4aa-876c71d4aa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1724115"/>
            <a:ext cx="11701393" cy="34097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ock_cfa452b0-164d-49e4-9c08-2e65e3222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79" y="2432772"/>
            <a:ext cx="11701393" cy="1992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